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swst6lu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sqw4jk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